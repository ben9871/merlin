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PML-314: ComputationSpace QLOQ Output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896112"/>
            <a:ext cx="10972800" cy="32004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1100" b="0">
                <a:solidFill>
                  <a:srgbClr val="5E6974"/>
                </a:solidFill>
              </a:rPr>
              <a:t>Review deck for the API-first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00200"/>
            <a:ext cx="658368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Goal: keep the old ComputationSpace API usable while adding QLOQ and custom partitioned output spaces.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Public meaning stays output-side: it selects and orders measurement outputs.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Backend mapping now reuses the EncodingSpace basis machinery instead of duplicating ordering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691640"/>
            <a:ext cx="3474720" cy="9144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Main API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ComputationSpace.qloq([2, 1])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788920"/>
            <a:ext cx="3474720" cy="9144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Output size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(4, 2) -&gt; 8 retained states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0" y="3886200"/>
            <a:ext cx="3474720" cy="9144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Scope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Correctness and API now; graph optimization later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Why This Ticket Exists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6583680" cy="3931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EncodingSpace already understood partitioned and QLOQ layouts.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ComputationSpace only exposed fock, unbunched, and dual_rail.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MeasurementStrategy could not ask for QLOQ-shaped output selection directly.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The gap was artificial: input embedding and output filtering use the same basis mapping ideas, but they are different public contracts.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543800" y="1417320"/>
            <a:ext cx="3657600" cy="1051560"/>
          </a:xfrm>
          <a:prstGeom prst="rect">
            <a:avLst/>
          </a:prstGeom>
          <a:solidFill>
            <a:srgbClr val="FDF2EB"/>
          </a:solidFill>
          <a:ln w="15240">
            <a:solidFill>
              <a:srgbClr val="CD6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Before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QLOQ output selection required indirect unbunched/filter assumptions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7543800" y="2743200"/>
            <a:ext cx="3657600" cy="1051560"/>
          </a:xfrm>
          <a:prstGeom prst="rect">
            <a:avLst/>
          </a:prstGeom>
          <a:solidFill>
            <a:srgbClr val="EBF7F7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After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QLOQ is a first-class ComputationSpace option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Design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63040"/>
            <a:ext cx="5029200" cy="2468880"/>
          </a:xfrm>
          <a:prstGeom prst="rect">
            <a:avLst/>
          </a:prstGeom>
          <a:solidFill>
            <a:srgbClr val="ECF4FC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EncodingSpace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Input-side contract. It embeds logical amplitudes into full Fock space before simulation.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46520" y="1463040"/>
            <a:ext cx="5029200" cy="2468880"/>
          </a:xfrm>
          <a:prstGeom prst="rect">
            <a:avLst/>
          </a:prstGeom>
          <a:solidFill>
            <a:srgbClr val="EEF7F1"/>
          </a:solidFill>
          <a:ln w="15240">
            <a:solidFill>
              <a:srgbClr val="37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ComputationSpace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Output-side contract. It retains, orders, and exposes output basis states for measurement.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43400"/>
            <a:ext cx="10058400" cy="10972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They may share mapping code.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They should not become aliases.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StateVector.from_tensor(...) behavior is not part of this ticket.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User-Facing 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4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234440"/>
            <a:ext cx="5715000" cy="4297680"/>
          </a:xfrm>
          <a:prstGeom prst="rect">
            <a:avLst/>
          </a:prstGeom>
          <a:solidFill>
            <a:srgbClr val="27303B"/>
          </a:solidFill>
          <a:ln>
            <a:solidFill>
              <a:srgbClr val="27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from merlin.core import ComputationSpace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assert ComputationSpace.FOCK.kind == "fock"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assert ComputationSpace.UNBUNCHED.kind == "unbunched"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assert ComputationSpace.DUAL_RAIL.kind == "dual_rail"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space = ComputationSpace(modes_per_photon=[3, 4, 2])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qloq = ComputationSpace.qloq(qubit_groups=[2, 1])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assert qloq.modes_per_photon == (4,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29400" y="1417320"/>
            <a:ext cx="4754880" cy="2926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Built-ins are still the normal path.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Partitioned spaces define one photon per configured block.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QLOQ expands qubit groups deterministically with 2**k modes per group.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Compatibility Contract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7899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029200"/>
              </a:tblGrid>
              <a:tr h="613954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Old expectation</a:t>
                      </a:r>
                    </a:p>
                  </a:txBody>
                  <a:tcPr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7A8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ComputationSpace.FOCK / UNBUNCHED / DUAL_RAIL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Preserved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ComputationSpace.coerce('fock') is ComputationSpace.FOCK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Preserved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space.value and space.name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Preserved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list(ComputationSpace)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Preserved for built-ins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isinstance(ComputationSpace.FOCK, str)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Preserved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Custom qloq compares equal to plain 'qloq'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22234"/>
                          </a:solidFill>
                        </a:rPr>
                        <a:t>Not preserved intentionally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68680" y="5623560"/>
            <a:ext cx="10515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5E6974"/>
                </a:solidFill>
              </a:defRPr>
            </a:pPr>
            <a:r>
              <a:t>Custom spaces need metadata-aware equality, so two different QLOQ layouts do not collapse to the same plain string.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Implementation Shape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325880"/>
            <a:ext cx="3383280" cy="11430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String-backed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Built-ins still behave like strings and keep legacy values.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325880"/>
            <a:ext cx="3383280" cy="11430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Metadata-carrying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Custom spaces store family, kind, modes_per_photon, qubit_groups.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83879" y="1325880"/>
            <a:ext cx="3383280" cy="11430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Mapping delegate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Basis helpers forward to EncodingSpace internally.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971800"/>
            <a:ext cx="4754880" cy="2194560"/>
          </a:xfrm>
          <a:prstGeom prst="rect">
            <a:avLst/>
          </a:prstGeom>
          <a:solidFill>
            <a:srgbClr val="27303B"/>
          </a:solidFill>
          <a:ln>
            <a:solidFill>
              <a:srgbClr val="27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ComputationSpace.qloq([2, 1])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# kind: "qloq"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# family: "partitioned"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# modes_per_photon: (4, 2)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# n_modes: 6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# n_photons: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017520"/>
            <a:ext cx="4754880" cy="1828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Built-ins are singleton constants.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Custom spaces are ordinary immutable values.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The public type remains ComputationSpace, not EncodingSpace.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QLOQ Mapping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114800" cy="3840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Input: qubit_groups=[2, 1].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Expansion: modes_per_photon=(4, 2).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Photon 0 chooses one of modes 0..3.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Photon 1 chooses one of modes 4..5.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Output basis size: 4 * 2 = 8.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0" y="1325880"/>
            <a:ext cx="5212080" cy="4023360"/>
          </a:xfrm>
          <a:prstGeom prst="rect">
            <a:avLst/>
          </a:prstGeom>
          <a:solidFill>
            <a:srgbClr val="27303B"/>
          </a:solidFill>
          <a:ln>
            <a:solidFill>
              <a:srgbClr val="27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300">
                <a:solidFill>
                  <a:srgbClr val="FFFFFF"/>
                </a:solidFill>
                <a:latin typeface="Consolas"/>
              </a:defRPr>
            </a:pPr>
            <a:r>
              <a:t>qloq.fock_basis_states()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(1,0,0,0,1,0)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(1,0,0,0,0,1)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(0,1,0,0,1,0)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(0,1,0,0,0,1)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...</a:t>
            </a:r>
          </a:p>
          <a:p>
            <a:pPr>
              <a:defRPr sz="1300">
                <a:solidFill>
                  <a:srgbClr val="FFFFFF"/>
                </a:solidFill>
                <a:latin typeface="Consolas"/>
              </a:defRPr>
            </a:pPr>
            <a:r>
              <a:t>(0,0,0,1,0,1)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Code2flow: Shared Basis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8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834640" cy="82296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ComputationSpace.fock_basis_states()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public output ordering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828800"/>
            <a:ext cx="2743200" cy="82296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_as_encoding_space()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private delegate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0" y="1234440"/>
            <a:ext cx="246888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EncodingSpace.qloq()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QLOQ expansion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0" y="2514600"/>
            <a:ext cx="246888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_encoding_space_cls()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lazy import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7315200" y="1600200"/>
            <a:ext cx="914400" cy="64008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15200" y="2240280"/>
            <a:ext cx="914400" cy="64008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566160" y="2240280"/>
            <a:ext cx="100584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8229600" y="1600200"/>
            <a:ext cx="2468880" cy="128016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4800600"/>
            <a:ext cx="10058400" cy="685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5E6974"/>
                </a:solidFill>
              </a:defRPr>
            </a:pPr>
            <a:r>
              <a:t>The public computation API is distinct, but the ordering and mapping behavior comes from the same backend logic.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Measurement Strategy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9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25880"/>
            <a:ext cx="5669280" cy="3566160"/>
          </a:xfrm>
          <a:prstGeom prst="rect">
            <a:avLst/>
          </a:prstGeom>
          <a:solidFill>
            <a:srgbClr val="27303B"/>
          </a:solidFill>
          <a:ln>
            <a:solidFill>
              <a:srgbClr val="27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200">
                <a:solidFill>
                  <a:srgbClr val="FFFFFF"/>
                </a:solidFill>
                <a:latin typeface="Consolas"/>
              </a:defRPr>
            </a:pPr>
            <a:r>
              <a:t>qloq = ComputationSpace.qloq([2, 1])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strategy = MeasurementStrategy.probs(qloq)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assert strategy.computation_space == qloq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strategy = MeasurementStrategy.mode_expectations(qloq)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strategy = MeasurementStrategy.amplitudes(qloq)</a:t>
            </a:r>
          </a:p>
          <a:p>
            <a:pPr>
              <a:defRPr sz="1200">
                <a:solidFill>
                  <a:srgbClr val="FFFFFF"/>
                </a:solidFill>
                <a:latin typeface="Consolas"/>
              </a:defRPr>
            </a:pPr>
            <a:r>
              <a:t>strategy = MeasurementStrategy.partial([0], qloq)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12280" y="1508760"/>
            <a:ext cx="4389120" cy="2194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Factory signatures accept ComputationSpace | str.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Factories still default to UNBUNCHED.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The strategy object just stores the selected output-space contract.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Code2flow: QuantumLayer Output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554480"/>
            <a:ext cx="214884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Factory.create()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554480"/>
            <a:ext cx="201168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ComputationProcess.__init__()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554480"/>
            <a:ext cx="242316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_setup_computation_graphs()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2880360"/>
            <a:ext cx="2423160" cy="82296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_computation_space_output_map()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custom spaces only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66760" y="1554480"/>
            <a:ext cx="274320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build_slos_distribution_computegraph()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2880360"/>
            <a:ext cx="274320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SLOSComputeGraph.__init__()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28800" y="4617720"/>
            <a:ext cx="246888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_build_graph_structure()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4617720"/>
            <a:ext cx="274320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_create_torchscript_modules()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4617720"/>
            <a:ext cx="265176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_serialize_computation_space()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1920240"/>
            <a:ext cx="45720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5486400" y="1920240"/>
            <a:ext cx="2423160" cy="137160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909560" y="1920240"/>
            <a:ext cx="45720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51760" y="1920240"/>
            <a:ext cx="36576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1828800" y="3246120"/>
            <a:ext cx="9281160" cy="173736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4800600" y="3246120"/>
            <a:ext cx="6309360" cy="173736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8366760" y="1920240"/>
            <a:ext cx="2743200" cy="132588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8046720" y="1920240"/>
            <a:ext cx="3063240" cy="306324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How Output Selection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566928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For built-ins, graph construction remains the existing built-in path.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For custom spaces, ComputationProcess builds an output_map_func from space.fock_basis_states(...).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The SLOS graph keeps only mapped final states and accumulates repeated mapped outputs.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Probabilities and amplitudes are renormalized because non-FOCK spaces are postselected.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6903720" y="1417320"/>
            <a:ext cx="3749039" cy="822960"/>
          </a:xfrm>
          <a:prstGeom prst="rect">
            <a:avLst/>
          </a:prstGeom>
          <a:solidFill>
            <a:srgbClr val="EBF7F7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API first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No graph-level optimization required for this ticket.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903720" y="2514600"/>
            <a:ext cx="3749039" cy="822960"/>
          </a:xfrm>
          <a:prstGeom prst="rect">
            <a:avLst/>
          </a:prstGeom>
          <a:solidFill>
            <a:srgbClr val="EEF7F1"/>
          </a:solidFill>
          <a:ln w="15240">
            <a:solidFill>
              <a:srgbClr val="378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Correctness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Output keys match qloq.fock_basis_states().</a:t>
            </a:r>
          </a:p>
        </p:txBody>
      </p:sp>
      <p:sp>
        <p:nvSpPr>
          <p:cNvPr id="8" name="Rectangle 7"/>
          <p:cNvSpPr/>
          <p:nvPr/>
        </p:nvSpPr>
        <p:spPr>
          <a:xfrm>
            <a:off x="6903720" y="3611880"/>
            <a:ext cx="3749039" cy="822960"/>
          </a:xfrm>
          <a:prstGeom prst="rect">
            <a:avLst/>
          </a:prstGeom>
          <a:solidFill>
            <a:srgbClr val="FDF2EB"/>
          </a:solidFill>
          <a:ln w="15240">
            <a:solidFill>
              <a:srgbClr val="CD6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Future optimization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Restrict photon ranges directly in the graph later.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Code2flow: ProbabilityDistribution Filtering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12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194560"/>
            <a:ext cx="237744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ProbabilityDistribution.filter()</a:t>
            </a:r>
          </a:p>
        </p:txBody>
      </p:sp>
      <p:sp>
        <p:nvSpPr>
          <p:cNvPr id="6" name="Rectangle 5"/>
          <p:cNvSpPr/>
          <p:nvPr/>
        </p:nvSpPr>
        <p:spPr>
          <a:xfrm>
            <a:off x="3429000" y="1280160"/>
            <a:ext cx="2331720" cy="6858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ComputationSpace.coerce()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3429000" y="2194560"/>
            <a:ext cx="2331720" cy="6858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_space_predicate()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3108960"/>
            <a:ext cx="2331720" cy="6858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_basis_for_space()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2194560"/>
            <a:ext cx="251460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space.fock_basis_states()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81160" y="2194560"/>
            <a:ext cx="228600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_as_encoding_space()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4434840"/>
            <a:ext cx="2331720" cy="6858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FilteredBasis(...)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434840"/>
            <a:ext cx="2377440" cy="68580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to_dense()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2583179"/>
            <a:ext cx="41148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2880360" y="1623060"/>
            <a:ext cx="548640" cy="960119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880360" y="2583179"/>
            <a:ext cx="5486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502920" y="2583179"/>
            <a:ext cx="2377440" cy="219456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880360" y="2583179"/>
            <a:ext cx="548640" cy="86868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880360" y="2537460"/>
            <a:ext cx="548640" cy="45719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5760720" y="2583179"/>
            <a:ext cx="594360" cy="868681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760720" y="2537460"/>
            <a:ext cx="594360" cy="45719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Conversion And Normalization Updates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256032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pcvl_to_tensor()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920240"/>
            <a:ext cx="274320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space.fock_basis_states()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920240"/>
            <a:ext cx="2651760" cy="77724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_as_encoding_space()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3337560"/>
            <a:ext cx="2651760" cy="731520"/>
          </a:xfrm>
          <a:prstGeom prst="rect">
            <a:avLst/>
          </a:prstGeom>
          <a:solidFill>
            <a:srgbClr val="F5F7F9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_encoding_space_cls()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7680960" y="2308860"/>
            <a:ext cx="2651760" cy="139446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0" y="2308860"/>
            <a:ext cx="822960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91839" y="2308860"/>
            <a:ext cx="822961" cy="0"/>
          </a:xfrm>
          <a:prstGeom prst="line">
            <a:avLst/>
          </a:prstGeom>
          <a:ln w="15240">
            <a:solidFill>
              <a:srgbClr val="5E69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4663440"/>
            <a:ext cx="1069848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22234"/>
                </a:solidFill>
              </a:defRPr>
            </a:pPr>
            <a:r>
              <a:t>pcvl_to_tensor no longer assumes .value is a Combinadics scheme.</a:t>
            </a:r>
          </a:p>
          <a:p>
            <a:pPr>
              <a:spcAft>
                <a:spcPts val="700"/>
              </a:spcAft>
              <a:defRPr sz="1400">
                <a:solidFill>
                  <a:srgbClr val="122234"/>
                </a:solidFill>
              </a:defRPr>
            </a:pPr>
            <a:r>
              <a:t>embed_tensor_in_fock_basis can remap compact custom-space tensors.</a:t>
            </a:r>
          </a:p>
          <a:p>
            <a:pPr>
              <a:spcAft>
                <a:spcPts val="700"/>
              </a:spcAft>
              <a:defRPr sz="1400">
                <a:solidFill>
                  <a:srgbClr val="122234"/>
                </a:solidFill>
              </a:defRPr>
            </a:pPr>
            <a:r>
              <a:t>Normalization now treats every non-FOCK computation space as postselected.</a:t>
            </a:r>
          </a:p>
          <a:p>
            <a:pPr>
              <a:spcAft>
                <a:spcPts val="700"/>
              </a:spcAft>
              <a:defRPr sz="1400">
                <a:solidFill>
                  <a:srgbClr val="122234"/>
                </a:solidFill>
              </a:defRPr>
            </a:pPr>
            <a:r>
              <a:t>Mode expectations use occupancy masks for postselected spaces.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Remote Execution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14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417320"/>
            <a:ext cx="4937760" cy="1463040"/>
          </a:xfrm>
          <a:prstGeom prst="rect">
            <a:avLst/>
          </a:prstGeom>
          <a:solidFill>
            <a:srgbClr val="FDF2EB"/>
          </a:solidFill>
          <a:ln w="15240">
            <a:solidFill>
              <a:srgbClr val="CD6E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Current remote mapping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Uses built-in scheme strings and Combinadics(scheme, n_photons, n_modes).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417320"/>
            <a:ext cx="4937760" cy="1463040"/>
          </a:xfrm>
          <a:prstGeom prst="rect">
            <a:avLst/>
          </a:prstGeom>
          <a:solidFill>
            <a:srgbClr val="EBF7F7"/>
          </a:solidFill>
          <a:ln w="15240">
            <a:solidFill>
              <a:srgbClr val="007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Custom-space mapping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Should use space.fock_basis_states(n_modes=..., n_photons=...) client-side.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424160" cy="1463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QLOQ is not inherently incompatible with remote results if remote returns Fock/BasicState outcomes.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The conservative implementation fails clearly instead of silently using the wrong built-in basis.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Follow-up option: update MerlinProcessor._get_state_mapping(...) to consume the full ComputationSpace object.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Files That Matter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65314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Area</a:t>
                      </a:r>
                    </a:p>
                  </a:txBody>
                  <a:tcPr>
                    <a:solidFill>
                      <a:srgbClr val="007A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Main files</a:t>
                      </a:r>
                    </a:p>
                  </a:txBody>
                  <a:tcPr>
                    <a:solidFill>
                      <a:srgbClr val="007A82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Public API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merlin/core/computation_space.py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Measurement boundary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merlin/measurement/strategies.py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Layer output selection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merlin/core/process.py, merlin/pcvl_pytorch/slos_torchscript.py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Filtering and conversion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probability_distribution.py, state_vector.py, pcvl_pytorch/utils.py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5314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Postselection semantics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utils/normalization.py, measurement/mappers.py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  <a:tr h="653148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Docs and tests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22234"/>
                          </a:solidFill>
                        </a:rPr>
                        <a:t>computation_space.rst, test_computation_space_core.py, test_strategies.py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Tests And Validation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10789920" cy="4023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70 focused tests passed: computation-space API, probability filtering, measurement strategies, pcvl_to_tensor.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38 runtime-path tests passed: SLOS, normalization, mappers, unbunched behavior.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108 layer/kernel tests passed, 4 skipped.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Ruff check and Ruff format passed.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Mypy hook-equivalent passed on touched Merlin modules.</a:t>
            </a:r>
          </a:p>
          <a:p>
            <a:pPr>
              <a:spcAft>
                <a:spcPts val="700"/>
              </a:spcAft>
              <a:defRPr sz="1600">
                <a:solidFill>
                  <a:srgbClr val="122234"/>
                </a:solidFill>
              </a:defRPr>
            </a:pPr>
            <a:r>
              <a:t>Strict Sphinx docs passed with -W --keep-going -n.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What Did Not Change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17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17320"/>
            <a:ext cx="3383280" cy="1188720"/>
          </a:xfrm>
          <a:prstGeom prst="rect">
            <a:avLst/>
          </a:prstGeom>
          <a:solidFill>
            <a:srgbClr val="F5F7F9"/>
          </a:solidFill>
          <a:ln w="15240">
            <a:solidFill>
              <a:srgbClr val="5E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No input API work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StateVector.from_tensor(...) integration is not part of PML-314.</a:t>
            </a:r>
          </a:p>
        </p:txBody>
      </p:sp>
      <p:sp>
        <p:nvSpPr>
          <p:cNvPr id="6" name="Rectangle 5"/>
          <p:cNvSpPr/>
          <p:nvPr/>
        </p:nvSpPr>
        <p:spPr>
          <a:xfrm>
            <a:off x="4480560" y="1417320"/>
            <a:ext cx="3383280" cy="1188720"/>
          </a:xfrm>
          <a:prstGeom prst="rect">
            <a:avLst/>
          </a:prstGeom>
          <a:solidFill>
            <a:srgbClr val="F5F7F9"/>
          </a:solidFill>
          <a:ln w="15240">
            <a:solidFill>
              <a:srgbClr val="5E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No built-in behavior change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FOCK, UNBUNCHED, DUAL_RAIL ordering and defaults remain the same.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1417320"/>
            <a:ext cx="3383280" cy="1188720"/>
          </a:xfrm>
          <a:prstGeom prst="rect">
            <a:avLst/>
          </a:prstGeom>
          <a:solidFill>
            <a:srgbClr val="F5F7F9"/>
          </a:solidFill>
          <a:ln w="15240">
            <a:solidFill>
              <a:srgbClr val="5E69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>
              <a:defRPr sz="1500" b="1">
                <a:solidFill>
                  <a:srgbClr val="122234"/>
                </a:solidFill>
              </a:defRPr>
            </a:pPr>
            <a:r>
              <a:t>No graph optimization</a:t>
            </a:r>
          </a:p>
          <a:p>
            <a:pPr>
              <a:defRPr sz="1050">
                <a:solidFill>
                  <a:srgbClr val="5E6974"/>
                </a:solidFill>
              </a:defRPr>
            </a:pPr>
            <a:r>
              <a:t>Custom spaces filter outputs now; direct graph pruning can come later.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24128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The changes are additive capability extensions.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Existing users should not need to migrate code.</a:t>
            </a:r>
          </a:p>
          <a:p>
            <a:pPr>
              <a:spcAft>
                <a:spcPts val="700"/>
              </a:spcAft>
              <a:defRPr sz="1700">
                <a:solidFill>
                  <a:srgbClr val="122234"/>
                </a:solidFill>
              </a:defRPr>
            </a:pPr>
            <a:r>
              <a:t>The major review question is whether remote custom-space support belongs in this PR or a follow-up.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l"/>
            <a:r>
              <a:rPr sz="2500" b="1">
                <a:solidFill>
                  <a:srgbClr val="122234"/>
                </a:solidFill>
              </a:rPr>
              <a:t>Reviewer Checklist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822960"/>
            <a:ext cx="1417320" cy="45720"/>
          </a:xfrm>
          <a:prstGeom prst="rect">
            <a:avLst/>
          </a:prstGeom>
          <a:solidFill>
            <a:srgbClr val="007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81360" y="6446520"/>
            <a:ext cx="868680" cy="228600"/>
          </a:xfrm>
          <a:prstGeom prst="rect">
            <a:avLst/>
          </a:prstGeom>
          <a:noFill/>
        </p:spPr>
        <p:txBody>
          <a:bodyPr wrap="none" lIns="73152" rIns="73152" tIns="36576" bIns="36576">
            <a:spAutoFit/>
          </a:bodyPr>
          <a:lstStyle/>
          <a:p>
            <a:pPr algn="r"/>
            <a:r>
              <a:rPr sz="800" b="0">
                <a:solidFill>
                  <a:srgbClr val="5E6974"/>
                </a:solidFill>
              </a:rPr>
              <a:t>PML-314 /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1060704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Does the enum-like compatibility contract cover the expectations we care about?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Is it acceptable that custom spaces are string-backed but metadata-distinct?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Is QLOQ output ordering exactly the intended partition product order?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Should remote client-side custom-space mapping be included now?</a:t>
            </a:r>
          </a:p>
          <a:p>
            <a:pPr>
              <a:spcAft>
                <a:spcPts val="700"/>
              </a:spcAft>
              <a:defRPr sz="1800">
                <a:solidFill>
                  <a:srgbClr val="122234"/>
                </a:solidFill>
              </a:defRPr>
            </a:pPr>
            <a:r>
              <a:t>Is output filtering acceptable for this API ticket, with graph pruning later?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4800600"/>
            <a:ext cx="9966960" cy="1005840"/>
          </a:xfrm>
          <a:prstGeom prst="rect">
            <a:avLst/>
          </a:prstGeom>
          <a:solidFill>
            <a:srgbClr val="27303B"/>
          </a:solidFill>
          <a:ln>
            <a:solidFill>
              <a:srgbClr val="2730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>
                <a:solidFill>
                  <a:srgbClr val="FFFFFF"/>
                </a:solidFill>
                <a:latin typeface="Consolas"/>
              </a:defRPr>
            </a:pPr>
            <a:r>
              <a:t>Review artifacts: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docs/pml314_code2flow_full.dot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docs/pml314_code2flow_basis.dot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docs/pml314_code2flow_layer_output.dot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docs/pml314_code2flow_probability_filter.dot</a:t>
            </a:r>
          </a:p>
          <a:p>
            <a:pPr>
              <a:defRPr sz="1100">
                <a:solidFill>
                  <a:srgbClr val="FFFFFF"/>
                </a:solidFill>
                <a:latin typeface="Consolas"/>
              </a:defRPr>
            </a:pPr>
            <a:r>
              <a:t>docs/pml314_code2flow_conversion.dot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